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7344000"/>
              </a:tblGrid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和名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斜長石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英名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Plagioclase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化学式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NaAlSi3O8-CaAl2Si2O8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産地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馬見ヶ崎川河原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山形県山形市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採取日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2018/4/10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採取者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地球太郎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所蔵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3600"/>
                      </a:pPr>
                      <a:r>
                        <a:t>地球博物館コレクション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