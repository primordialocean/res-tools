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7344000"/>
              </a:tblGrid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和名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タカハシホタテ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学名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Fortipecten takahashii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竜ノ口層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産地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澱橋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宮城県仙台市青葉区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採取日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2018/4/10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採取者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地球太郎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所蔵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地球博物館コレクション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