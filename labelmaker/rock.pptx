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7344000"/>
              </a:tblGrid>
              <a:tr h="857250"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857250"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和名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安山岩</a:t>
                      </a:r>
                    </a:p>
                  </a:txBody>
                  <a:tcPr/>
                </a:tc>
              </a:tr>
              <a:tr h="857250"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英名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Andesite</a:t>
                      </a:r>
                    </a:p>
                  </a:txBody>
                  <a:tcPr/>
                </a:tc>
              </a:tr>
              <a:tr h="857250"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産地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蔵王山</a:t>
                      </a:r>
                    </a:p>
                  </a:txBody>
                  <a:tcPr/>
                </a:tc>
              </a:tr>
              <a:tr h="857250">
                <a:tc>
                  <a:txBody>
                    <a:bodyPr/>
                    <a:lstStyle/>
                    <a:p>
                      <a:pPr>
                        <a:defRPr sz="36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山形県上山市</a:t>
                      </a:r>
                    </a:p>
                  </a:txBody>
                  <a:tcPr/>
                </a:tc>
              </a:tr>
              <a:tr h="857250"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採取日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2014/4/10</a:t>
                      </a:r>
                    </a:p>
                  </a:txBody>
                  <a:tcPr/>
                </a:tc>
              </a:tr>
              <a:tr h="857250"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採取者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地球太郎</a:t>
                      </a:r>
                    </a:p>
                  </a:txBody>
                  <a:tcPr/>
                </a:tc>
              </a:tr>
              <a:tr h="857250"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所蔵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地球博物館コレクション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